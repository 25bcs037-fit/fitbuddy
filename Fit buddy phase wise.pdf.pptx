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92440" y="-182880"/>
            <a:ext cx="4389120" cy="7315200"/>
          </a:xfrm>
          <a:prstGeom prst="roundRect">
            <a:avLst/>
          </a:prstGeom>
          <a:solidFill>
            <a:srgbClr val="EBF7F4"/>
          </a:solidFill>
          <a:ln>
            <a:solidFill>
              <a:srgbClr val="EB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685800"/>
            <a:ext cx="2651760" cy="2651760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55480" y="3063240"/>
            <a:ext cx="1920240" cy="1920240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4A091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5943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253B41"/>
                </a:solidFill>
                <a:latin typeface="Aptos"/>
              </a:rPr>
              <a:t>FitBuddy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0280"/>
            <a:ext cx="6217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30454A"/>
                </a:solidFill>
                <a:latin typeface="Aptos"/>
              </a:rPr>
              <a:t>A Personalized Fitness Planning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1546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Phase-wise project overview • September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977639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261104"/>
            <a:ext cx="4709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4A091"/>
                </a:solidFill>
                <a:latin typeface="Aptos"/>
              </a:rPr>
              <a:t>Your fitness. Your plan. Your progress.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45152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8087"/>
                </a:solidFill>
                <a:latin typeface="Aptos"/>
              </a:rPr>
              <a:t>React + Vite • Client-side storage • Vercel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A091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What is FitBuddy?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A responsive fitness planning web application built around personal goals, schedule and equipment.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6576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4A091"/>
                </a:solidFill>
                <a:latin typeface="Aptos"/>
              </a:rP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30632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30454A"/>
                </a:solidFill>
                <a:latin typeface="Aptos"/>
              </a:defRPr>
            </a:pPr>
            <a:r>
              <a:t>• Guided questionnaire creates a personal weekly workout plan.</a:t>
            </a:r>
          </a:p>
          <a:p>
            <a:pPr>
              <a:spcAft>
                <a:spcPts val="700"/>
              </a:spcAft>
              <a:defRPr sz="1300">
                <a:solidFill>
                  <a:srgbClr val="30454A"/>
                </a:solidFill>
                <a:latin typeface="Aptos"/>
              </a:defRPr>
            </a:pPr>
            <a:r>
              <a:t>• Dashboard shows upcoming workouts and weekly progress.</a:t>
            </a:r>
          </a:p>
          <a:p>
            <a:pPr>
              <a:spcAft>
                <a:spcPts val="700"/>
              </a:spcAft>
              <a:defRPr sz="1300">
                <a:solidFill>
                  <a:srgbClr val="30454A"/>
                </a:solidFill>
                <a:latin typeface="Aptos"/>
              </a:defRPr>
            </a:pPr>
            <a:r>
              <a:t>• Workout pages provide exercises, sets, reps and rest times.</a:t>
            </a:r>
          </a:p>
          <a:p>
            <a:pPr>
              <a:spcAft>
                <a:spcPts val="700"/>
              </a:spcAft>
              <a:defRPr sz="1300">
                <a:solidFill>
                  <a:srgbClr val="30454A"/>
                </a:solidFill>
                <a:latin typeface="Aptos"/>
              </a:defRPr>
            </a:pPr>
            <a:r>
              <a:t>• Ready-made sample plans support quick starts.</a:t>
            </a:r>
          </a:p>
          <a:p>
            <a:pPr>
              <a:spcAft>
                <a:spcPts val="700"/>
              </a:spcAft>
              <a:defRPr sz="1300">
                <a:solidFill>
                  <a:srgbClr val="30454A"/>
                </a:solidFill>
                <a:latin typeface="Aptos"/>
              </a:defRPr>
            </a:pPr>
            <a:r>
              <a:t>• Plan and progress data stay in the browser.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828800"/>
            <a:ext cx="7040880" cy="1508760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057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450592"/>
            <a:ext cx="6263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0454A"/>
                </a:solidFill>
                <a:latin typeface="Aptos"/>
              </a:rPr>
              <a:t>React • Vite • react-router-dom • lucide-react • Plain CSS • Browser Storage • GitHub • Vercel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566160"/>
            <a:ext cx="2103120" cy="1417320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82219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B41"/>
                </a:solidFill>
                <a:latin typeface="Apto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2245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4A091"/>
                </a:solidFill>
                <a:latin typeface="Aptos"/>
              </a:rPr>
              <a:t>React +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566160"/>
            <a:ext cx="2103120" cy="1417320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382219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B41"/>
                </a:solidFill>
                <a:latin typeface="Aptos"/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2245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4A091"/>
                </a:solidFill>
                <a:latin typeface="Aptos"/>
              </a:rPr>
              <a:t>Browser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3566160"/>
            <a:ext cx="2286000" cy="1417320"/>
          </a:xfrm>
          <a:prstGeom prst="roundRect">
            <a:avLst/>
          </a:prstGeom>
          <a:solidFill>
            <a:srgbClr val="E4F0FA"/>
          </a:solidFill>
          <a:ln>
            <a:solidFill>
              <a:srgbClr val="E4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3822191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3B41"/>
                </a:solidFill>
                <a:latin typeface="Aptos"/>
              </a:rPr>
              <a:t>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422452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4A091"/>
                </a:solidFill>
                <a:latin typeface="Aptos"/>
              </a:rPr>
              <a:t>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A091"/>
                </a:solidFill>
                <a:latin typeface="Aptos"/>
              </a:rPr>
              <a:t>PHASE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Eight phases from idea to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The presentation follows the exact phase structure in the project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984248"/>
            <a:ext cx="502920" cy="502920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2082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929384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Brainstorming &amp; Ideation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276856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Problem, users, ideas, proposed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83080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9672" y="1984248"/>
            <a:ext cx="502920" cy="502920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2082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929384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Requirement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2276856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Functional and non-functional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98648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" y="3099816"/>
            <a:ext cx="502920" cy="502920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136391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3044952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Project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392424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Architecture, routes, data model, UI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898648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19672" y="3099816"/>
            <a:ext cx="502920" cy="502920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136391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044952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Project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9752" y="3392424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Timeline, tools, risks and mitigation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14215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1" y="4215383"/>
            <a:ext cx="502920" cy="502920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4251959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4160520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Project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507992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Structure, modules, dependencies, deployment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014215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19672" y="4215383"/>
            <a:ext cx="502920" cy="502920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4251959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9752" y="4160520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Project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4507992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Test cases, results and observations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129784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1" y="5330952"/>
            <a:ext cx="502920" cy="502920"/>
          </a:xfrm>
          <a:prstGeom prst="roundRect">
            <a:avLst/>
          </a:prstGeom>
          <a:solidFill>
            <a:srgbClr val="E4F0FA"/>
          </a:solidFill>
          <a:ln>
            <a:solidFill>
              <a:srgbClr val="E4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" y="5367528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4752" y="5276088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Project 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5623560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Repository, README and run guide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5129784"/>
            <a:ext cx="5303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19672" y="5330952"/>
            <a:ext cx="502920" cy="502920"/>
          </a:xfrm>
          <a:prstGeom prst="roundRect">
            <a:avLst/>
          </a:prstGeom>
          <a:solidFill>
            <a:srgbClr val="E4F0FA"/>
          </a:solidFill>
          <a:ln>
            <a:solidFill>
              <a:srgbClr val="E4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5367528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3B41"/>
                </a:solidFill>
                <a:latin typeface="Apto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9752" y="5276088"/>
            <a:ext cx="42976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Project Demonstration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59752" y="5623560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58087"/>
                </a:solidFill>
                <a:latin typeface="Aptos"/>
              </a:rPr>
              <a:t>Live walkthrough and conclusion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A091"/>
                </a:solidFill>
                <a:latin typeface="Aptos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Brainstorming &amp; 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Define the problem and shape the core product idea.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157728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Beginners and busy users may struggle to plan daily workouts.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Generic routines may ignore goals, time and available equipment.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1896" y="1993392"/>
            <a:ext cx="3157728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4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Target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Beginners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Students and working professionals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Home exercisers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Intermediate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6551" y="1993392"/>
            <a:ext cx="3157728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720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Selected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3712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Questionnaire-generated weekly plan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Sample plans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Weekly checklist + progress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Detailed exercise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E8968"/>
                </a:solidFill>
                <a:latin typeface="Aptos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Translate the idea into clear functional and quality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157728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Functional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Login/logout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9-step plan questionnaire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Weekly schedule generation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Dashboard + checklist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Workout completion and progress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Sample plans and plan recreation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1896" y="1993392"/>
            <a:ext cx="3157728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4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Non-functional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Usability and readable UI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Responsive design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Fast static delivery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Browser-based privacy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Reusable components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Accessibility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6551" y="1993392"/>
            <a:ext cx="3157728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720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User stories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3712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Beginner → simple guided plan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Busy user → schedule-fit sessions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Home exerciser → no-equipment option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Returning user → next workout quickly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A091"/>
                </a:solidFill>
                <a:latin typeface="Aptos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Project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Design the application architecture, flow, data model and visual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592324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2226564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18242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9522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Client-side React SPA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Vite build served by Vercel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No backend server or external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7852" y="1783080"/>
            <a:ext cx="2592324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70732" y="1993392"/>
            <a:ext cx="2226564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1900" y="2185416"/>
            <a:ext cx="18242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7891" y="2880360"/>
            <a:ext cx="19522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/ Home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/dashboard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/create-plan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/sample-plans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/workout/:id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783080"/>
            <a:ext cx="2592324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64224" y="1993392"/>
            <a:ext cx="2226564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185416"/>
            <a:ext cx="18242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Data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880360"/>
            <a:ext cx="19522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User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Preferences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Plan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Workout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Exercise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4836" y="1783080"/>
            <a:ext cx="2592324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7716" y="1993392"/>
            <a:ext cx="2226564" cy="658368"/>
          </a:xfrm>
          <a:prstGeom prst="roundRect">
            <a:avLst/>
          </a:prstGeom>
          <a:solidFill>
            <a:srgbClr val="E4F0FA"/>
          </a:solidFill>
          <a:ln>
            <a:solidFill>
              <a:srgbClr val="E4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8884" y="2185416"/>
            <a:ext cx="182422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UI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876" y="2880360"/>
            <a:ext cx="19522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Coastal palette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Reusable CSS variables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DM Sans + Fraunces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Responsive cards and grids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E8968"/>
                </a:solidFill>
                <a:latin typeface="Aptos"/>
              </a:rP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Project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Break the project into weekly deliverables and manage risks.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157728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7-week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W1 Ideation + requirements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W2 Wireframes + design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W3 React setup + base pages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W4 Create Plan + validation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W5 Dashboard + workout flow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W6 Testing + deployment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W7 Documentation +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1896" y="1993392"/>
            <a:ext cx="3157728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4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Visual Studio Code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Git + GitHub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Node.js + npm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Vercel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Chrome DevTools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6551" y="1993392"/>
            <a:ext cx="3157728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720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3712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Scope creep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Inconsistent UI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Browser storage cleared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Routing errors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Merge conflicts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A091"/>
                </a:solidFill>
                <a:latin typeface="Aptos"/>
              </a:rP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Project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Implement the planned structure, reusable modules and deployment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157728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Project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components/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data/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utils/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App.jsx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index.css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main.jsx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vercel.json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1896" y="1993392"/>
            <a:ext cx="3157728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4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Core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Authentication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Routing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Create Plan wizard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Validation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Plan generation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Progress tracking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Dashboard + sample plans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6551" y="1993392"/>
            <a:ext cx="3157728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720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3712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react / react-dom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react-router-dom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lucide-react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vite + @vitejs/plugin-react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E8968"/>
                </a:solidFill>
                <a:latin typeface="Aptos"/>
              </a:rP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Project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Validate every major user flow and record observations for the next iteration.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157728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Testing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Manual functional testing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Questionnaire validation testing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Responsive checks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Chrome + Edge smoke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1896" y="1993392"/>
            <a:ext cx="3157728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4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Test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Login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Dashboard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Checklist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Schedule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Create Plan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Sample Plans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Workout details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Workout completion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Logout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6551" y="1993392"/>
            <a:ext cx="3157728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720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3712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Documented test cases are marked Pass.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Small UI polish items were noted for a future iteration.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A091"/>
                </a:solidFill>
                <a:latin typeface="Aptos"/>
              </a:rPr>
              <a:t>PHASE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Project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Organize the repository and provide clear setup and usage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157728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Phase-wise folders 1–8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README.md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Source code and documentation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1896" y="1993392"/>
            <a:ext cx="3157728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4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README includes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Project title + live link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Features + technology stack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Installation and run instructions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Folder structure + screenshots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Team + licence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6551" y="1993392"/>
            <a:ext cx="3157728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720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Run locally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3712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git clone &lt;repository&gt;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npm install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npm run dev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npm run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E8968"/>
                </a:solidFill>
                <a:latin typeface="Aptos"/>
              </a:rPr>
              <a:t>PHASE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Project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Show the working application from login to completed workout.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93392"/>
            <a:ext cx="3157728" cy="658368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Open live link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Login with demo account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Explore Home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Create a plan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Browse Sample Plans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Open Dashboard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Open a workout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Mark workout complete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Log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1896" y="1993392"/>
            <a:ext cx="3157728" cy="658368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064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What to demonstrate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9056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Goal and sessions/week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Weekly progress + checklist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Exercises with sets, reps and rest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Completion status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3672" y="1783080"/>
            <a:ext cx="352348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6551" y="1993392"/>
            <a:ext cx="3157728" cy="658368"/>
          </a:xfrm>
          <a:prstGeom prst="roundRect">
            <a:avLst/>
          </a:prstGeom>
          <a:solidFill>
            <a:srgbClr val="EFEBFA"/>
          </a:solidFill>
          <a:ln>
            <a:solidFill>
              <a:srgbClr val="EF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7720" y="2185416"/>
            <a:ext cx="2755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3B41"/>
                </a:solidFill>
                <a:latin typeface="Aptos"/>
              </a:rP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3712" y="2880360"/>
            <a:ext cx="288340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Complete fitness planning experience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Practical React + routing + reusable components</a:t>
            </a:r>
          </a:p>
          <a:p>
            <a:pPr>
              <a:spcAft>
                <a:spcPts val="700"/>
              </a:spcAft>
              <a:defRPr sz="1220">
                <a:solidFill>
                  <a:srgbClr val="30454A"/>
                </a:solidFill>
                <a:latin typeface="Aptos"/>
              </a:defRPr>
            </a:pPr>
            <a:r>
              <a:t>• Publicly deployed on Vercel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4A091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53B41"/>
                </a:solidFill>
                <a:latin typeface="Aptos"/>
              </a:rPr>
              <a:t>Future Scope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8087"/>
                </a:solidFill>
                <a:latin typeface="Aptos"/>
              </a:rPr>
              <a:t>The documentation identifies several extensions for future iterations.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65836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8483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4A091"/>
                </a:solidFill>
                <a:latin typeface="Aptos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14600"/>
            <a:ext cx="58064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0454A"/>
                </a:solidFill>
                <a:latin typeface="Aptos"/>
              </a:defRPr>
            </a:pPr>
            <a:r>
              <a:t>• Cloud database and real authentication for multi-device syncing.</a:t>
            </a:r>
          </a:p>
          <a:p>
            <a:pPr>
              <a:spcAft>
                <a:spcPts val="700"/>
              </a:spcAft>
              <a:defRPr sz="1400">
                <a:solidFill>
                  <a:srgbClr val="30454A"/>
                </a:solidFill>
                <a:latin typeface="Aptos"/>
              </a:defRPr>
            </a:pPr>
            <a:r>
              <a:t>• Exercise images or short videos and a built-in rest timer.</a:t>
            </a:r>
          </a:p>
          <a:p>
            <a:pPr>
              <a:spcAft>
                <a:spcPts val="700"/>
              </a:spcAft>
              <a:defRPr sz="1400">
                <a:solidFill>
                  <a:srgbClr val="30454A"/>
                </a:solidFill>
                <a:latin typeface="Aptos"/>
              </a:defRPr>
            </a:pPr>
            <a:r>
              <a:t>• Weekly/monthly charts, achievements and reminders.</a:t>
            </a:r>
          </a:p>
          <a:p>
            <a:pPr>
              <a:spcAft>
                <a:spcPts val="700"/>
              </a:spcAft>
              <a:defRPr sz="1400">
                <a:solidFill>
                  <a:srgbClr val="30454A"/>
                </a:solidFill>
                <a:latin typeface="Aptos"/>
              </a:defRPr>
            </a:pPr>
            <a:r>
              <a:t>• Nutrition and hydration tracking.</a:t>
            </a:r>
          </a:p>
          <a:p>
            <a:pPr>
              <a:spcAft>
                <a:spcPts val="700"/>
              </a:spcAft>
              <a:defRPr sz="1400">
                <a:solidFill>
                  <a:srgbClr val="30454A"/>
                </a:solidFill>
                <a:latin typeface="Aptos"/>
              </a:defRPr>
            </a:pPr>
            <a:r>
              <a:t>• AI-assisted plan adjustments.</a:t>
            </a:r>
          </a:p>
          <a:p>
            <a:pPr>
              <a:spcAft>
                <a:spcPts val="700"/>
              </a:spcAft>
              <a:defRPr sz="1400">
                <a:solidFill>
                  <a:srgbClr val="30454A"/>
                </a:solidFill>
                <a:latin typeface="Aptos"/>
              </a:defRPr>
            </a:pPr>
            <a:r>
              <a:t>• Progressive web app support for offline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83080"/>
            <a:ext cx="4069080" cy="1828800"/>
          </a:xfrm>
          <a:prstGeom prst="roundRect">
            <a:avLst/>
          </a:prstGeom>
          <a:solidFill>
            <a:srgbClr val="DEF4EE"/>
          </a:solidFill>
          <a:ln>
            <a:solidFill>
              <a:srgbClr val="DE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07568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3B41"/>
                </a:solidFill>
                <a:latin typeface="Aptos"/>
              </a:rPr>
              <a:t>Live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5420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4A091"/>
                </a:solidFill>
                <a:latin typeface="Aptos"/>
              </a:rPr>
              <a:t>fitbuddy-ten.vercel.app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840480"/>
            <a:ext cx="4069080" cy="2103120"/>
          </a:xfrm>
          <a:prstGeom prst="roundRect">
            <a:avLst/>
          </a:prstGeom>
          <a:solidFill>
            <a:srgbClr val="FAF2E2"/>
          </a:solidFill>
          <a:ln>
            <a:solidFill>
              <a:srgbClr val="FA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25196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3B41"/>
                </a:solidFill>
                <a:latin typeface="Aptos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489204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8087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58087"/>
                </a:solidFill>
                <a:latin typeface="Aptos"/>
              </a:rPr>
              <a:t>FITBUDDY • PHASE-WISE 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808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